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50" d="100"/>
          <a:sy n="50" d="100"/>
        </p:scale>
        <p:origin x="-2592" y="-6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25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47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1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46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61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3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5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4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2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82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23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649CB-C797-4D81-9F4E-149410744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975D6-A750-4845-A3CA-18E897B7A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30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9" y="2146193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24" y="-1323528"/>
            <a:ext cx="9144000" cy="925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5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</dc:title>
  <dc:creator>DELL</dc:creator>
  <cp:lastModifiedBy>DELL</cp:lastModifiedBy>
  <cp:revision>1</cp:revision>
  <dcterms:created xsi:type="dcterms:W3CDTF">2025-12-09T17:56:45Z</dcterms:created>
  <dcterms:modified xsi:type="dcterms:W3CDTF">2025-12-09T18:03:19Z</dcterms:modified>
</cp:coreProperties>
</file>